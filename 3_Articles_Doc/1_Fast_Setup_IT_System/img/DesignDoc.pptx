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9FDE82-C59E-4D79-ABA0-A34ED563CE3E}" type="datetimeFigureOut">
              <a:rPr lang="en-SG" smtClean="0"/>
              <a:t>22/3/2026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06C8F2-18FB-489E-8AE8-496272BF74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47464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6C8F2-18FB-489E-8AE8-496272BF7452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13898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1350B-D7A4-040F-6180-7E8E7C7E65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E9B219-8DB9-6E87-CF63-6C29F1FEF7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1B381-24F6-70AB-C063-EBF1B94ED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88D6B-047D-48A7-91CC-F0B0060D7484}" type="datetimeFigureOut">
              <a:rPr lang="en-SG" smtClean="0"/>
              <a:t>22/3/2026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1B7EA-7030-A901-28DF-D263241AF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88CDD-D124-B8C8-8C99-EED5F3AEE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AD4B-6573-4C43-B193-EBF16BF780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65124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B755E-9B20-E534-6294-619802EEB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C3BBF-0B68-C8A9-5D93-98CA7358F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76384-3CA3-5F1A-8F2F-17C635075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88D6B-047D-48A7-91CC-F0B0060D7484}" type="datetimeFigureOut">
              <a:rPr lang="en-SG" smtClean="0"/>
              <a:t>22/3/2026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5CD1B-A144-A3BB-603E-3830B6666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93EE0-C215-A487-ADB9-EF69B5236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AD4B-6573-4C43-B193-EBF16BF780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74150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E7BA5-1D6D-66C8-B7A8-3C273045C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10201-CD1C-EEB0-F3A2-3C8B69497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FC3BD-F3DD-7DF5-D970-D813841F5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88D6B-047D-48A7-91CC-F0B0060D7484}" type="datetimeFigureOut">
              <a:rPr lang="en-SG" smtClean="0"/>
              <a:t>22/3/2026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0C006-4EF0-591E-B3EC-491A051E3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AE32B-6818-F049-8DBC-63BF78F63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AD4B-6573-4C43-B193-EBF16BF780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81134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96F1D-EE57-A504-786E-B0E9435A1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8D6E7-8721-62CB-43F0-C8CF0255A5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3DCA52-1037-83D9-372F-46DA29957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188316-F13F-A4F9-E603-1EA6AFCA6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88D6B-047D-48A7-91CC-F0B0060D7484}" type="datetimeFigureOut">
              <a:rPr lang="en-SG" smtClean="0"/>
              <a:t>22/3/2026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C4C614-8B6A-1815-5CC5-2213FA726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ED5C3-3580-E2E7-7DF3-BD4366673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AD4B-6573-4C43-B193-EBF16BF780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78721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94CA-A573-1037-86AF-39085D96E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AD585A-028D-0146-C643-9C4D4D0DD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796268-42FA-992C-CD96-B27F022022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B61BFE-CEF6-6EBB-AB2D-C8F62BE722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6A38CA-651C-B49D-940E-87B931461C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87E86E-E18A-DF84-712C-0D6C2D90B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88D6B-047D-48A7-91CC-F0B0060D7484}" type="datetimeFigureOut">
              <a:rPr lang="en-SG" smtClean="0"/>
              <a:t>22/3/2026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B08664-67A1-8F4E-73B8-E0B7A9515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D5CF8E-6A75-2CF6-9DDB-9FD190A24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AD4B-6573-4C43-B193-EBF16BF780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81538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DDDB7-BFFA-54AF-6627-29714F3FF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78183A-038A-9D54-770E-FB93A293F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88D6B-047D-48A7-91CC-F0B0060D7484}" type="datetimeFigureOut">
              <a:rPr lang="en-SG" smtClean="0"/>
              <a:t>22/3/2026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32F601-1EF0-C9AE-C8BB-18ED1EE56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BEF28C-86CA-F58D-BA88-EA8A99C0E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AD4B-6573-4C43-B193-EBF16BF780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32384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9B5487-47B7-852B-6F33-472CDCBD6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88D6B-047D-48A7-91CC-F0B0060D7484}" type="datetimeFigureOut">
              <a:rPr lang="en-SG" smtClean="0"/>
              <a:t>22/3/2026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BD5B44-0127-AC41-6310-0A3A2EBB3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35FE5-700D-6AD4-AFA1-F46019828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AD4B-6573-4C43-B193-EBF16BF780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13789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D5E7F-1B18-8D73-9234-51875140D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EF8E0-E6A4-6F27-0459-E5BD7C69D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79DB07-EE80-17C1-FB08-35C2BA6DA1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20AB6A-6181-582B-A373-21BAFE3C8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88D6B-047D-48A7-91CC-F0B0060D7484}" type="datetimeFigureOut">
              <a:rPr lang="en-SG" smtClean="0"/>
              <a:t>22/3/2026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D0FECA-4452-BFF9-DB1D-3A93D2CB2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AB20E-24F8-EB61-C55C-9C2DCA70E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AD4B-6573-4C43-B193-EBF16BF780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39315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934C6-C418-FBB9-CDA2-FA2E6FEC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A0F39F-B5EA-BC1B-B36E-3D7293E007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771179-272A-9025-B391-41F2F8B75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97088-B966-EF2D-E032-A145D4748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88D6B-047D-48A7-91CC-F0B0060D7484}" type="datetimeFigureOut">
              <a:rPr lang="en-SG" smtClean="0"/>
              <a:t>22/3/2026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E88F2-4997-1CEA-D4DD-13A3C44CF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C76B52-CF64-94CD-A788-4CAD9C1C0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AD4B-6573-4C43-B193-EBF16BF780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97750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6D5D4-73A7-7DCE-733F-22031D2AD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F3369D-ED28-CEE7-7165-09F437C578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2538B-E8FB-5560-037A-9EDF31DE5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88D6B-047D-48A7-91CC-F0B0060D7484}" type="datetimeFigureOut">
              <a:rPr lang="en-SG" smtClean="0"/>
              <a:t>22/3/2026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16868-5A65-AA3B-0A10-FE10B71CE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F78C9-3712-861E-7695-65F034CD7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AD4B-6573-4C43-B193-EBF16BF780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50422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27EF2D-4F4B-CA8B-5614-533734BEA6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C62822-3339-3704-E387-381A4F8D8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CFFB4-5DBE-32D5-8C72-05450B939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88D6B-047D-48A7-91CC-F0B0060D7484}" type="datetimeFigureOut">
              <a:rPr lang="en-SG" smtClean="0"/>
              <a:t>22/3/2026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9AA4C-ACDC-D3BA-B7D7-063E65D7E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5A31C-1FE6-E43C-3E1A-C8B2D3BC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AD4B-6573-4C43-B193-EBF16BF780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1165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25335-6EF6-2CDC-006C-937E7DDD8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6ED14-D834-5105-93F0-D878CAD9F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C26BC-5279-923C-6CC2-24725EFF0A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E88D6B-047D-48A7-91CC-F0B0060D7484}" type="datetimeFigureOut">
              <a:rPr lang="en-SG" smtClean="0"/>
              <a:t>22/3/2026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03E3D-2D4A-CAC0-10FA-C9E665699C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BC27F-CDAD-6A20-CF5A-E1ED95988A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B0AD4B-6573-4C43-B193-EBF16BF780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08983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7E9BF6-7C3A-AC6B-74D4-40D5C98FE61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325921" y="790631"/>
            <a:ext cx="10332638" cy="5541431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4B7F5C0-3EB8-263A-762B-7C42143DB601}"/>
              </a:ext>
            </a:extLst>
          </p:cNvPr>
          <p:cNvSpPr/>
          <p:nvPr/>
        </p:nvSpPr>
        <p:spPr>
          <a:xfrm>
            <a:off x="1010653" y="606392"/>
            <a:ext cx="10923681" cy="5909911"/>
          </a:xfrm>
          <a:custGeom>
            <a:avLst/>
            <a:gdLst>
              <a:gd name="csX0" fmla="*/ 1366787 w 10963174"/>
              <a:gd name="csY0" fmla="*/ 2502568 h 5909911"/>
              <a:gd name="csX1" fmla="*/ 933650 w 10963174"/>
              <a:gd name="csY1" fmla="*/ 3431406 h 5909911"/>
              <a:gd name="csX2" fmla="*/ 1366787 w 10963174"/>
              <a:gd name="csY2" fmla="*/ 4360244 h 5909911"/>
              <a:gd name="csX3" fmla="*/ 1799924 w 10963174"/>
              <a:gd name="csY3" fmla="*/ 3431406 h 5909911"/>
              <a:gd name="csX4" fmla="*/ 1366787 w 10963174"/>
              <a:gd name="csY4" fmla="*/ 2502568 h 5909911"/>
              <a:gd name="csX5" fmla="*/ 0 w 10963174"/>
              <a:gd name="csY5" fmla="*/ 0 h 5909911"/>
              <a:gd name="csX6" fmla="*/ 10963174 w 10963174"/>
              <a:gd name="csY6" fmla="*/ 0 h 5909911"/>
              <a:gd name="csX7" fmla="*/ 10963174 w 10963174"/>
              <a:gd name="csY7" fmla="*/ 5909911 h 5909911"/>
              <a:gd name="csX8" fmla="*/ 0 w 10963174"/>
              <a:gd name="csY8" fmla="*/ 5909911 h 59099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963174" h="5909911">
                <a:moveTo>
                  <a:pt x="1366787" y="2502568"/>
                </a:moveTo>
                <a:cubicBezTo>
                  <a:pt x="1127572" y="2502568"/>
                  <a:pt x="933650" y="2918423"/>
                  <a:pt x="933650" y="3431406"/>
                </a:cubicBezTo>
                <a:cubicBezTo>
                  <a:pt x="933650" y="3944389"/>
                  <a:pt x="1127572" y="4360244"/>
                  <a:pt x="1366787" y="4360244"/>
                </a:cubicBezTo>
                <a:cubicBezTo>
                  <a:pt x="1606002" y="4360244"/>
                  <a:pt x="1799924" y="3944389"/>
                  <a:pt x="1799924" y="3431406"/>
                </a:cubicBezTo>
                <a:cubicBezTo>
                  <a:pt x="1799924" y="2918423"/>
                  <a:pt x="1606002" y="2502568"/>
                  <a:pt x="1366787" y="2502568"/>
                </a:cubicBezTo>
                <a:close/>
                <a:moveTo>
                  <a:pt x="0" y="0"/>
                </a:moveTo>
                <a:lnTo>
                  <a:pt x="10963174" y="0"/>
                </a:lnTo>
                <a:lnTo>
                  <a:pt x="10963174" y="5909911"/>
                </a:lnTo>
                <a:lnTo>
                  <a:pt x="0" y="5909911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66000"/>
            </a:schemeClr>
          </a:solidFill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F94545-E8CC-C371-486B-E8F204C772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579" y="2330619"/>
            <a:ext cx="1430916" cy="141017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9E65610-728E-0FAE-4065-D65782A7F1B2}"/>
              </a:ext>
            </a:extLst>
          </p:cNvPr>
          <p:cNvSpPr txBox="1"/>
          <p:nvPr/>
        </p:nvSpPr>
        <p:spPr>
          <a:xfrm>
            <a:off x="2833087" y="4445154"/>
            <a:ext cx="3039811" cy="8309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The </a:t>
            </a:r>
            <a:r>
              <a:rPr lang="en-US" sz="1600" b="1" dirty="0" err="1"/>
              <a:t>Dolibarr</a:t>
            </a:r>
            <a:r>
              <a:rPr lang="en-US" sz="1600" b="1" dirty="0"/>
              <a:t> will be setup here in the Enterprise Resource Planning Service Nodes </a:t>
            </a:r>
            <a:endParaRPr lang="en-SG" sz="1600" b="1" dirty="0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6FF6E126-1B0F-0656-6D11-5E5EB21E2592}"/>
              </a:ext>
            </a:extLst>
          </p:cNvPr>
          <p:cNvCxnSpPr>
            <a:stCxn id="7" idx="2"/>
          </p:cNvCxnSpPr>
          <p:nvPr/>
        </p:nvCxnSpPr>
        <p:spPr>
          <a:xfrm rot="5400000">
            <a:off x="3004139" y="3395017"/>
            <a:ext cx="520118" cy="1211678"/>
          </a:xfrm>
          <a:prstGeom prst="bentConnector2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Graphic 19" descr="Badge Tick with solid fill">
            <a:extLst>
              <a:ext uri="{FF2B5EF4-FFF2-40B4-BE49-F238E27FC236}">
                <a16:creationId xmlns:a16="http://schemas.microsoft.com/office/drawing/2014/main" id="{4511C077-9F72-2867-5562-BB7CA5E488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83909" y="4260915"/>
            <a:ext cx="433633" cy="4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910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F77A52-0F4F-8280-C15C-17918AC9D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261" y="452809"/>
            <a:ext cx="10247619" cy="59523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74CEDE-2C13-7D00-BD12-DD86F82B7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24" y="1831855"/>
            <a:ext cx="974969" cy="96083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201709B-109A-71DD-961E-A5B659DEC394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032893" y="2312275"/>
            <a:ext cx="4538247" cy="0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7044544-4234-0CAF-68D7-0BE8C119C31B}"/>
              </a:ext>
            </a:extLst>
          </p:cNvPr>
          <p:cNvSpPr/>
          <p:nvPr/>
        </p:nvSpPr>
        <p:spPr>
          <a:xfrm>
            <a:off x="6571140" y="2170545"/>
            <a:ext cx="1067333" cy="794328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08816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372AB6B8-9D3B-5980-9560-96968F5AEE33}"/>
              </a:ext>
            </a:extLst>
          </p:cNvPr>
          <p:cNvSpPr/>
          <p:nvPr/>
        </p:nvSpPr>
        <p:spPr>
          <a:xfrm>
            <a:off x="5735782" y="1052945"/>
            <a:ext cx="5080000" cy="458123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635495-820E-1F5C-2E6C-5475A438B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621" y="1052945"/>
            <a:ext cx="4170301" cy="451196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DAFFE26-990B-A617-0286-B5A1C9D4CBA4}"/>
              </a:ext>
            </a:extLst>
          </p:cNvPr>
          <p:cNvCxnSpPr>
            <a:cxnSpLocks/>
          </p:cNvCxnSpPr>
          <p:nvPr/>
        </p:nvCxnSpPr>
        <p:spPr>
          <a:xfrm>
            <a:off x="2499517" y="3722254"/>
            <a:ext cx="323626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EFDBE725-BED2-2035-D02B-03E44B9C7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257" y="2806517"/>
            <a:ext cx="737911" cy="62248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C6DE286-E9F7-6A1C-FA1A-220F294CC881}"/>
              </a:ext>
            </a:extLst>
          </p:cNvPr>
          <p:cNvSpPr/>
          <p:nvPr/>
        </p:nvSpPr>
        <p:spPr>
          <a:xfrm>
            <a:off x="6248258" y="4333586"/>
            <a:ext cx="1131598" cy="11945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10" name="Graphic 9" descr="Server with solid fill">
            <a:extLst>
              <a:ext uri="{FF2B5EF4-FFF2-40B4-BE49-F238E27FC236}">
                <a16:creationId xmlns:a16="http://schemas.microsoft.com/office/drawing/2014/main" id="{3BB23A54-AD79-2F55-22E4-796AD2F4BF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1128" y="3817199"/>
            <a:ext cx="538098" cy="5380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20B9C4-9074-36F5-B911-74C33D0667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2638" y="4436655"/>
            <a:ext cx="689698" cy="6896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851C0DA-9EFC-6272-8825-8A3010FA97D5}"/>
              </a:ext>
            </a:extLst>
          </p:cNvPr>
          <p:cNvSpPr txBox="1"/>
          <p:nvPr/>
        </p:nvSpPr>
        <p:spPr>
          <a:xfrm>
            <a:off x="6638204" y="3810366"/>
            <a:ext cx="11459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ERP Front End Server </a:t>
            </a:r>
            <a:endParaRPr lang="en-SG" sz="1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0BBEF5-C614-6EE0-339F-A1695DF7614F}"/>
              </a:ext>
            </a:extLst>
          </p:cNvPr>
          <p:cNvSpPr txBox="1"/>
          <p:nvPr/>
        </p:nvSpPr>
        <p:spPr>
          <a:xfrm>
            <a:off x="6286598" y="5096411"/>
            <a:ext cx="11459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 err="1"/>
              <a:t>Dolibarr</a:t>
            </a:r>
            <a:r>
              <a:rPr lang="en-US" sz="1200" b="1" dirty="0"/>
              <a:t> Application </a:t>
            </a:r>
            <a:endParaRPr lang="en-SG" sz="12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5AD577-641B-EDD2-09F4-44913B0780FA}"/>
              </a:ext>
            </a:extLst>
          </p:cNvPr>
          <p:cNvSpPr/>
          <p:nvPr/>
        </p:nvSpPr>
        <p:spPr>
          <a:xfrm>
            <a:off x="7859603" y="4340419"/>
            <a:ext cx="1131598" cy="11945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16" name="Graphic 15" descr="Server with solid fill">
            <a:extLst>
              <a:ext uri="{FF2B5EF4-FFF2-40B4-BE49-F238E27FC236}">
                <a16:creationId xmlns:a16="http://schemas.microsoft.com/office/drawing/2014/main" id="{62804AE2-F25A-6B51-DDFA-20FDD5E7EC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22473" y="3824032"/>
            <a:ext cx="538098" cy="53809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070233F-0E6C-A11D-335A-F1664C45FD14}"/>
              </a:ext>
            </a:extLst>
          </p:cNvPr>
          <p:cNvSpPr txBox="1"/>
          <p:nvPr/>
        </p:nvSpPr>
        <p:spPr>
          <a:xfrm>
            <a:off x="8249549" y="3817199"/>
            <a:ext cx="11459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ERP Back End Server </a:t>
            </a:r>
            <a:endParaRPr lang="en-SG" sz="1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D2A584-A095-526B-F4D6-E27583E62601}"/>
              </a:ext>
            </a:extLst>
          </p:cNvPr>
          <p:cNvSpPr txBox="1"/>
          <p:nvPr/>
        </p:nvSpPr>
        <p:spPr>
          <a:xfrm>
            <a:off x="7897943" y="5103244"/>
            <a:ext cx="11459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MySQL Database</a:t>
            </a:r>
            <a:endParaRPr lang="en-SG" sz="1200" b="1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D2F0694-45BD-CFBB-848B-22EA245C95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0772" y="4401229"/>
            <a:ext cx="781419" cy="7605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2E2D04F3-41E7-86A8-FEB4-DB4D267D8B3B}"/>
              </a:ext>
            </a:extLst>
          </p:cNvPr>
          <p:cNvSpPr/>
          <p:nvPr/>
        </p:nvSpPr>
        <p:spPr>
          <a:xfrm>
            <a:off x="9492471" y="4333586"/>
            <a:ext cx="1131598" cy="11945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23" name="Graphic 22" descr="Server with solid fill">
            <a:extLst>
              <a:ext uri="{FF2B5EF4-FFF2-40B4-BE49-F238E27FC236}">
                <a16:creationId xmlns:a16="http://schemas.microsoft.com/office/drawing/2014/main" id="{127E461E-09C2-ACFE-F039-F483CF3CE1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55341" y="3817199"/>
            <a:ext cx="538098" cy="53809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FB1334C-EB46-3B0A-13A2-0B5E167FE5B3}"/>
              </a:ext>
            </a:extLst>
          </p:cNvPr>
          <p:cNvSpPr txBox="1"/>
          <p:nvPr/>
        </p:nvSpPr>
        <p:spPr>
          <a:xfrm>
            <a:off x="9882417" y="3810366"/>
            <a:ext cx="11459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ERP File Server </a:t>
            </a:r>
            <a:endParaRPr lang="en-SG" sz="14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F9310F-E241-D079-D44A-033CC2039FA6}"/>
              </a:ext>
            </a:extLst>
          </p:cNvPr>
          <p:cNvSpPr txBox="1"/>
          <p:nvPr/>
        </p:nvSpPr>
        <p:spPr>
          <a:xfrm>
            <a:off x="9530811" y="5096411"/>
            <a:ext cx="11459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Python FTP</a:t>
            </a:r>
            <a:endParaRPr lang="en-SG" sz="1200" b="1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46218BB-18F3-AF72-443F-B484D2BBCB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94333" y="4420412"/>
            <a:ext cx="739162" cy="705941"/>
          </a:xfrm>
          <a:prstGeom prst="rect">
            <a:avLst/>
          </a:prstGeom>
        </p:spPr>
      </p:pic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607647BE-E669-E574-5E8D-24F4B5D5E854}"/>
              </a:ext>
            </a:extLst>
          </p:cNvPr>
          <p:cNvCxnSpPr>
            <a:cxnSpLocks/>
            <a:stCxn id="10" idx="0"/>
            <a:endCxn id="8" idx="2"/>
          </p:cNvCxnSpPr>
          <p:nvPr/>
        </p:nvCxnSpPr>
        <p:spPr>
          <a:xfrm rot="5400000" flipH="1" flipV="1">
            <a:off x="6467096" y="3442082"/>
            <a:ext cx="388199" cy="362036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E1287C28-2184-5A8F-0D7A-5878AA9101BD}"/>
              </a:ext>
            </a:extLst>
          </p:cNvPr>
          <p:cNvCxnSpPr>
            <a:cxnSpLocks/>
            <a:stCxn id="23" idx="0"/>
            <a:endCxn id="8" idx="2"/>
          </p:cNvCxnSpPr>
          <p:nvPr/>
        </p:nvCxnSpPr>
        <p:spPr>
          <a:xfrm rot="16200000" flipV="1">
            <a:off x="8089203" y="2182011"/>
            <a:ext cx="388199" cy="2882177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CF56DCB-5B66-7523-0640-2F1BEFEBAAD2}"/>
              </a:ext>
            </a:extLst>
          </p:cNvPr>
          <p:cNvCxnSpPr>
            <a:endCxn id="16" idx="0"/>
          </p:cNvCxnSpPr>
          <p:nvPr/>
        </p:nvCxnSpPr>
        <p:spPr>
          <a:xfrm>
            <a:off x="8091522" y="3627802"/>
            <a:ext cx="0" cy="1962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3B04B24-86C7-83A0-1BD3-E3C6D44F03B9}"/>
              </a:ext>
            </a:extLst>
          </p:cNvPr>
          <p:cNvSpPr txBox="1"/>
          <p:nvPr/>
        </p:nvSpPr>
        <p:spPr>
          <a:xfrm>
            <a:off x="7235959" y="2678966"/>
            <a:ext cx="176617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Corporation Network Router/Switch</a:t>
            </a:r>
            <a:endParaRPr lang="en-SG" sz="1400" b="1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0FAF604E-016F-4ABA-89EB-A2204A2AA48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796" y="1437346"/>
            <a:ext cx="846831" cy="69286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EB2540E-1DCF-A393-E693-2AA9A03EDAE5}"/>
              </a:ext>
            </a:extLst>
          </p:cNvPr>
          <p:cNvCxnSpPr>
            <a:cxnSpLocks/>
            <a:stCxn id="39" idx="2"/>
            <a:endCxn id="8" idx="0"/>
          </p:cNvCxnSpPr>
          <p:nvPr/>
        </p:nvCxnSpPr>
        <p:spPr>
          <a:xfrm>
            <a:off x="6842212" y="2130208"/>
            <a:ext cx="1" cy="6763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Graphic 48" descr="Laptop with solid fill">
            <a:extLst>
              <a:ext uri="{FF2B5EF4-FFF2-40B4-BE49-F238E27FC236}">
                <a16:creationId xmlns:a16="http://schemas.microsoft.com/office/drawing/2014/main" id="{084387C5-6CF7-8E67-A305-228CF8B68AC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53807" y="2620562"/>
            <a:ext cx="738664" cy="738664"/>
          </a:xfrm>
          <a:prstGeom prst="rect">
            <a:avLst/>
          </a:prstGeom>
        </p:spPr>
      </p:pic>
      <p:pic>
        <p:nvPicPr>
          <p:cNvPr id="50" name="Graphic 49" descr="User with solid fill">
            <a:extLst>
              <a:ext uri="{FF2B5EF4-FFF2-40B4-BE49-F238E27FC236}">
                <a16:creationId xmlns:a16="http://schemas.microsoft.com/office/drawing/2014/main" id="{4D672866-FB1F-60EF-5529-4A3BD9C4029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530811" y="2653897"/>
            <a:ext cx="653631" cy="653631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81799D1F-F34F-436A-B66E-F22720B0BFFE}"/>
              </a:ext>
            </a:extLst>
          </p:cNvPr>
          <p:cNvSpPr txBox="1"/>
          <p:nvPr/>
        </p:nvSpPr>
        <p:spPr>
          <a:xfrm>
            <a:off x="6169246" y="1118199"/>
            <a:ext cx="17661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DMZ Zone Firewall</a:t>
            </a:r>
            <a:endParaRPr lang="en-SG" sz="14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36101DA-D565-B893-A03E-0A327FE6D84D}"/>
              </a:ext>
            </a:extLst>
          </p:cNvPr>
          <p:cNvSpPr txBox="1"/>
          <p:nvPr/>
        </p:nvSpPr>
        <p:spPr>
          <a:xfrm>
            <a:off x="8693992" y="3285363"/>
            <a:ext cx="23768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Railway Company Staffs </a:t>
            </a:r>
            <a:endParaRPr lang="en-SG" sz="1200" b="1" dirty="0"/>
          </a:p>
        </p:txBody>
      </p:sp>
      <p:pic>
        <p:nvPicPr>
          <p:cNvPr id="57" name="Graphic 56" descr="User with solid fill">
            <a:extLst>
              <a:ext uri="{FF2B5EF4-FFF2-40B4-BE49-F238E27FC236}">
                <a16:creationId xmlns:a16="http://schemas.microsoft.com/office/drawing/2014/main" id="{6E4E7D20-FA98-E7DA-151A-964C8ABB8F8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094846" y="2653896"/>
            <a:ext cx="653631" cy="653631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02D914AF-52FB-D23A-2001-169C2C27748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784" y="1231166"/>
            <a:ext cx="2599285" cy="144764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3F5A67B7-31C0-B84E-43C9-F55120BD04E5}"/>
              </a:ext>
            </a:extLst>
          </p:cNvPr>
          <p:cNvCxnSpPr>
            <a:cxnSpLocks/>
            <a:stCxn id="12" idx="1"/>
          </p:cNvCxnSpPr>
          <p:nvPr/>
        </p:nvCxnSpPr>
        <p:spPr>
          <a:xfrm rot="10800000" flipH="1">
            <a:off x="6362637" y="2327564"/>
            <a:ext cx="1596337" cy="2453940"/>
          </a:xfrm>
          <a:prstGeom prst="bentConnector4">
            <a:avLst>
              <a:gd name="adj1" fmla="val -14320"/>
              <a:gd name="adj2" fmla="val 99934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7FB9B38F-23CF-CDA0-F504-C8D40A862B25}"/>
              </a:ext>
            </a:extLst>
          </p:cNvPr>
          <p:cNvCxnSpPr>
            <a:cxnSpLocks/>
            <a:endCxn id="49" idx="1"/>
          </p:cNvCxnSpPr>
          <p:nvPr/>
        </p:nvCxnSpPr>
        <p:spPr>
          <a:xfrm rot="5400000" flipH="1" flipV="1">
            <a:off x="8325097" y="3187806"/>
            <a:ext cx="626622" cy="230798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C114F4D3-6AD7-7530-43A1-73D8D1EAD201}"/>
              </a:ext>
            </a:extLst>
          </p:cNvPr>
          <p:cNvSpPr txBox="1"/>
          <p:nvPr/>
        </p:nvSpPr>
        <p:spPr>
          <a:xfrm>
            <a:off x="7985286" y="2011842"/>
            <a:ext cx="11459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 err="1"/>
              <a:t>Dolibarr</a:t>
            </a:r>
            <a:r>
              <a:rPr lang="en-US" sz="1200" b="1" dirty="0"/>
              <a:t> </a:t>
            </a:r>
          </a:p>
          <a:p>
            <a:r>
              <a:rPr lang="en-US" sz="1200" b="1" dirty="0"/>
              <a:t>ERP Web </a:t>
            </a:r>
          </a:p>
          <a:p>
            <a:r>
              <a:rPr lang="en-US" sz="1200" b="1" dirty="0"/>
              <a:t>Portal </a:t>
            </a:r>
            <a:endParaRPr lang="en-SG" sz="1200" b="1" dirty="0"/>
          </a:p>
        </p:txBody>
      </p:sp>
    </p:spTree>
    <p:extLst>
      <p:ext uri="{BB962C8B-B14F-4D97-AF65-F5344CB8AC3E}">
        <p14:creationId xmlns:p14="http://schemas.microsoft.com/office/powerpoint/2010/main" val="2682366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62A460DD-75F7-D012-BEC9-E1F8AA13A805}"/>
              </a:ext>
            </a:extLst>
          </p:cNvPr>
          <p:cNvSpPr/>
          <p:nvPr/>
        </p:nvSpPr>
        <p:spPr>
          <a:xfrm>
            <a:off x="521208" y="219456"/>
            <a:ext cx="11021567" cy="63550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F4A085-6144-61B0-BE97-607101A26C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4713" y="3303103"/>
            <a:ext cx="5681082" cy="30961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600AB6-0B19-04B5-2211-70CC2162FC8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05" y="925468"/>
            <a:ext cx="5460859" cy="300347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1B71929-A36C-04F0-1D6E-41012C50B2F3}"/>
              </a:ext>
            </a:extLst>
          </p:cNvPr>
          <p:cNvSpPr/>
          <p:nvPr/>
        </p:nvSpPr>
        <p:spPr>
          <a:xfrm>
            <a:off x="649225" y="1490472"/>
            <a:ext cx="832104" cy="7425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E6A414-7931-C329-6645-E19962B267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566" y="866994"/>
            <a:ext cx="5008821" cy="2414251"/>
          </a:xfrm>
          <a:prstGeom prst="rect">
            <a:avLst/>
          </a:prstGeom>
        </p:spPr>
      </p:pic>
      <p:sp>
        <p:nvSpPr>
          <p:cNvPr id="22" name="Arrow: Down 21">
            <a:extLst>
              <a:ext uri="{FF2B5EF4-FFF2-40B4-BE49-F238E27FC236}">
                <a16:creationId xmlns:a16="http://schemas.microsoft.com/office/drawing/2014/main" id="{794B11D8-71E6-926E-3BA3-EDFBCF61BAFF}"/>
              </a:ext>
            </a:extLst>
          </p:cNvPr>
          <p:cNvSpPr/>
          <p:nvPr/>
        </p:nvSpPr>
        <p:spPr>
          <a:xfrm>
            <a:off x="7038274" y="3152227"/>
            <a:ext cx="291196" cy="301752"/>
          </a:xfrm>
          <a:prstGeom prst="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0F496D45-02D0-FABA-E5AC-0832CD30B09B}"/>
              </a:ext>
            </a:extLst>
          </p:cNvPr>
          <p:cNvSpPr/>
          <p:nvPr/>
        </p:nvSpPr>
        <p:spPr>
          <a:xfrm>
            <a:off x="1481329" y="1490472"/>
            <a:ext cx="4935645" cy="146304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C03F4B34-88B6-5D9C-204A-FD20E57B0800}"/>
              </a:ext>
            </a:extLst>
          </p:cNvPr>
          <p:cNvSpPr/>
          <p:nvPr/>
        </p:nvSpPr>
        <p:spPr>
          <a:xfrm>
            <a:off x="956115" y="2339901"/>
            <a:ext cx="141797" cy="1624653"/>
          </a:xfrm>
          <a:prstGeom prst="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87A13A8-9DF4-872D-D450-157D20B275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963" y="4071394"/>
            <a:ext cx="4250276" cy="2265397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134F83E-33E2-EE27-78B3-588D26ECC2DC}"/>
              </a:ext>
            </a:extLst>
          </p:cNvPr>
          <p:cNvSpPr txBox="1"/>
          <p:nvPr/>
        </p:nvSpPr>
        <p:spPr>
          <a:xfrm>
            <a:off x="649225" y="412134"/>
            <a:ext cx="10776570" cy="46166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Fast Way to Setup an ERP(IT) System For the Critical Infra Cyber Range</a:t>
            </a:r>
            <a:endParaRPr lang="en-SG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0242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62</Words>
  <Application>Microsoft Office PowerPoint</Application>
  <PresentationFormat>Widescreen</PresentationFormat>
  <Paragraphs>15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yuancheng Liu</dc:creator>
  <cp:lastModifiedBy>yuancheng Liu</cp:lastModifiedBy>
  <cp:revision>8</cp:revision>
  <dcterms:created xsi:type="dcterms:W3CDTF">2026-03-19T02:04:52Z</dcterms:created>
  <dcterms:modified xsi:type="dcterms:W3CDTF">2026-03-22T07:02:18Z</dcterms:modified>
</cp:coreProperties>
</file>