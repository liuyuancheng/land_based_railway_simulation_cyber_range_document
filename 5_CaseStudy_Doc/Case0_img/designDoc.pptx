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8A31-0C0F-84AB-4FAF-ECA80D9DC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8D54E-83ED-8CF5-F2CA-D2B8E69BE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F6605-F78F-8F79-72F9-E038EDE59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1D691-E9FC-4B03-CA9A-ACD4DC1AB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F63E23-5FDC-3ED7-7694-2239603C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119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A0FB-9378-396F-197A-E96BA7FC1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1692-BFC0-7F3D-1BF6-2A556AEB3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3C955-0DA7-4668-72A2-B33BA5AF0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2EEA-EC81-926E-FC0E-5BD13AFD7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2C5B-5776-6312-4F4B-B94D872C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1137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12893-E087-32A8-A938-A576F36C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C7EB5-F5FA-2B6B-CA69-AAE5F9D1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994D6-D2F1-3CA0-B845-6F0BA1943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DB3C3-185B-01EC-638A-ABFEF38AE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6AD13-67EA-8169-29A4-322D4E015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22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F351-D57D-6971-ACDC-63663FE9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E8A2-DB4C-D724-F572-C6DAEDFD5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4870C-F6A0-48BF-CA47-E4EC9CB7C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31BB1-717E-E33C-519D-0E45D429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DADED-5FC5-A637-241B-DFE763C95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6A5F4-B137-D9AC-EF42-29AB3F6F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2262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EC872-F7A3-BE94-404C-3C4C6196C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7B114-5663-DB12-A2A4-24CE88AC4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EC1EB-8281-B9C7-59DD-95ED101DC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50DFC-F292-58F5-6845-FDEB49162F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1927C-F4F5-4480-D398-BA10B96EC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CD365-2D6C-0C54-96AC-3D649ABA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832129-F1AC-4120-FAA3-4EC283BE4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D50051-4FA2-CC89-2D18-9B012469D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0332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62C77-2743-DC39-1D76-09F5686D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A2C36-8579-6A76-A45E-BB8044B04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D13113-A24A-02AC-0261-3ADA3444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8BB71-988E-A3E3-A94A-9C35C3888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10225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2018E4-3F84-F88B-DC6D-88D3163B0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7CE96E-93AA-0733-D461-CC4C1F7DE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70FEE-6F04-2257-000F-82ADDF54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1100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3A029-3F8F-CFFE-87B6-8D490E7A2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8E5A-BD8F-A855-FE5A-CA016B0B4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417BC-D8B1-BED5-D91B-81ED590A2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646EB-BF84-4F98-24F2-7C7517A44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C065-10AA-6B2A-BFC4-00FAC93BA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79739-E63B-FA24-978D-960D83EC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367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3BC0F-8020-EC27-9811-0F407446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1EB41-8211-5427-435B-FFC9A1799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98618-AE77-1610-A3EF-C0782216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5B0D4-BE20-5B2F-D4B0-BC8CAA684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25C66-28D8-5D77-4E88-79393E9FD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E65DF-DA17-4EEF-EEF6-B7A131A4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461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6C8B-06B8-2B50-938C-BF9B6359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92790-4159-3116-9D98-D66BE0C64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14F82-F5B5-BA4E-597B-11A997F58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6737D-F45E-EBD4-A280-CB88BDA7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9DEAE-6AD1-61E1-80B2-4D80E79F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345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C93180-8872-33DD-26BD-6EBF9C19A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9C06B-5913-A274-027D-50D78C4BC7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3AE76-B00B-E9AF-EAF4-EE0BE90D2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2B29-4988-E274-04FC-3D42C96E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647E1-2EC0-C217-DB24-41BFE483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7075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9E1820-86F1-56D1-ED98-E53B5DFF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40116-F94B-73FF-D2FE-E53FFCF89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ED104-4CAC-CC97-858B-E4BFA1423C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BE27F4-F3F1-4FF7-9C3C-2BECB05327F1}" type="datetimeFigureOut">
              <a:rPr lang="en-SG" smtClean="0"/>
              <a:t>7/5/2026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F3169-3DE3-39AD-2DEB-E9C8717EE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73D6D-459B-EB95-7286-DFEE409C1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49529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72A85F-23C1-5D4B-945B-C74A7D2D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73" y="1193532"/>
            <a:ext cx="4405327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8E9F2C-53C7-3804-9C5A-089DFF81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546" y="1193532"/>
            <a:ext cx="4432970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5676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</cp:revision>
  <dcterms:created xsi:type="dcterms:W3CDTF">2026-05-07T07:14:30Z</dcterms:created>
  <dcterms:modified xsi:type="dcterms:W3CDTF">2026-05-07T07:41:37Z</dcterms:modified>
</cp:coreProperties>
</file>